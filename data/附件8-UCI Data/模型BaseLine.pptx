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638810"/>
            <a:ext cx="2880000" cy="288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018" y="0"/>
            <a:ext cx="3968781" cy="36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51" y="459105"/>
            <a:ext cx="1794098" cy="18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834" y="459105"/>
            <a:ext cx="711148" cy="18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9408" y="638493"/>
            <a:ext cx="2880000" cy="288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9133" y="638493"/>
            <a:ext cx="2880000" cy="288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4902" y="459105"/>
            <a:ext cx="365902" cy="180000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4674870" y="3797300"/>
            <a:ext cx="2879090" cy="3060065"/>
            <a:chOff x="9070" y="5980"/>
            <a:chExt cx="4534" cy="4819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70" y="6265"/>
              <a:ext cx="4535" cy="4535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792" y="5980"/>
              <a:ext cx="3090" cy="283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1795145" y="3798570"/>
            <a:ext cx="2879090" cy="3058795"/>
            <a:chOff x="1854" y="5982"/>
            <a:chExt cx="4534" cy="481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854" y="6265"/>
              <a:ext cx="4535" cy="4535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933" y="5982"/>
              <a:ext cx="378" cy="283"/>
            </a:xfrm>
            <a:prstGeom prst="rect">
              <a:avLst/>
            </a:prstGeom>
          </p:spPr>
        </p:pic>
      </p:grpSp>
      <p:sp>
        <p:nvSpPr>
          <p:cNvPr id="17" name="文本框 16"/>
          <p:cNvSpPr txBox="1"/>
          <p:nvPr/>
        </p:nvSpPr>
        <p:spPr>
          <a:xfrm>
            <a:off x="-123190" y="318917"/>
            <a:ext cx="589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+mj-ea"/>
                <a:ea typeface="+mj-ea"/>
              </a:rPr>
              <a:t>(a)</a:t>
            </a:r>
            <a:endParaRPr lang="en-US" altLang="zh-CN" sz="2400" b="1">
              <a:latin typeface="+mj-ea"/>
              <a:ea typeface="+mj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817495" y="318917"/>
            <a:ext cx="589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+mj-ea"/>
                <a:ea typeface="+mj-ea"/>
              </a:rPr>
              <a:t>(</a:t>
            </a:r>
            <a:r>
              <a:rPr lang="en-US" altLang="zh-CN" sz="2400" b="1">
                <a:latin typeface="+mj-ea"/>
                <a:ea typeface="+mj-ea"/>
              </a:rPr>
              <a:t>b)</a:t>
            </a:r>
            <a:endParaRPr lang="en-US" altLang="zh-CN" sz="2400" b="1">
              <a:latin typeface="+mj-ea"/>
              <a:ea typeface="+mj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44210" y="318917"/>
            <a:ext cx="589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+mj-ea"/>
                <a:ea typeface="+mj-ea"/>
              </a:rPr>
              <a:t>(</a:t>
            </a:r>
            <a:r>
              <a:rPr lang="en-US" altLang="zh-CN" sz="2400" b="1">
                <a:latin typeface="+mj-ea"/>
                <a:ea typeface="+mj-ea"/>
              </a:rPr>
              <a:t>c)</a:t>
            </a:r>
            <a:endParaRPr lang="en-US" altLang="zh-CN" sz="2400" b="1">
              <a:latin typeface="+mj-ea"/>
              <a:ea typeface="+mj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47520" y="3658382"/>
            <a:ext cx="589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+mj-ea"/>
                <a:ea typeface="+mj-ea"/>
              </a:rPr>
              <a:t>(</a:t>
            </a:r>
            <a:r>
              <a:rPr lang="en-US" altLang="zh-CN" sz="2400" b="1">
                <a:latin typeface="+mj-ea"/>
                <a:ea typeface="+mj-ea"/>
              </a:rPr>
              <a:t>d)</a:t>
            </a:r>
            <a:endParaRPr lang="en-US" altLang="zh-CN" sz="2400" b="1">
              <a:latin typeface="+mj-ea"/>
              <a:ea typeface="+mj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563110" y="3658382"/>
            <a:ext cx="589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+mj-ea"/>
                <a:ea typeface="+mj-ea"/>
              </a:rPr>
              <a:t>(</a:t>
            </a:r>
            <a:r>
              <a:rPr lang="en-US" altLang="zh-CN" sz="2400" b="1">
                <a:latin typeface="+mj-ea"/>
                <a:ea typeface="+mj-ea"/>
              </a:rPr>
              <a:t>e)</a:t>
            </a:r>
            <a:endParaRPr lang="en-US" altLang="zh-CN" sz="2400" b="1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WPS 演示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</vt:lpstr>
      <vt:lpstr>微软雅黑</vt:lpstr>
      <vt:lpstr>等线</vt:lpstr>
      <vt:lpstr>黑体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zhangjc</dc:creator>
  <cp:lastModifiedBy>邵东一中_张锦程</cp:lastModifiedBy>
  <cp:revision>11</cp:revision>
  <dcterms:created xsi:type="dcterms:W3CDTF">2023-08-09T12:44:00Z</dcterms:created>
  <dcterms:modified xsi:type="dcterms:W3CDTF">2025-05-20T19:02:49Z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2052-12.1.0.21171</vt:lpwstr>
  </property>
</Properties>
</file>